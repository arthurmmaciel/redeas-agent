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66d457bcc49cf" /><Relationship Type="http://schemas.openxmlformats.org/officeDocument/2006/relationships/extended-properties" Target="/docProps/app.xml" Id="R56f66fa2251a4e03" /><Relationship Type="http://schemas.openxmlformats.org/officeDocument/2006/relationships/officeDocument" Target="/ppt/presentation.xml" Id="R16f972f73d09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c2475639324235"/>
  </p:sldMasterIdLst>
  <p:notesMasterIdLst>
    <p:notesMasterId xmlns:r="http://schemas.openxmlformats.org/officeDocument/2006/relationships" r:id="Rb7c1cdd150c34e95"/>
  </p:notesMasterIdLst>
  <p:sldIdLst>
    <p:sldId xmlns:r="http://schemas.openxmlformats.org/officeDocument/2006/relationships" id="256" r:id="Red3bdc4e71c44724"/>
    <p:sldId xmlns:r="http://schemas.openxmlformats.org/officeDocument/2006/relationships" id="257" r:id="R8a84830df8b24939"/>
    <p:sldId xmlns:r="http://schemas.openxmlformats.org/officeDocument/2006/relationships" id="258" r:id="Re36393e536e1466a"/>
    <p:sldId xmlns:r="http://schemas.openxmlformats.org/officeDocument/2006/relationships" id="259" r:id="R23b7db0e703546dc"/>
    <p:sldId xmlns:r="http://schemas.openxmlformats.org/officeDocument/2006/relationships" id="260" r:id="Rfb5834a94abf406a"/>
    <p:sldId xmlns:r="http://schemas.openxmlformats.org/officeDocument/2006/relationships" id="261" r:id="Re7ab4c4ca6234bcd"/>
    <p:sldId xmlns:r="http://schemas.openxmlformats.org/officeDocument/2006/relationships" id="262" r:id="R122e1366c19940e1"/>
    <p:sldId xmlns:r="http://schemas.openxmlformats.org/officeDocument/2006/relationships" id="263" r:id="Rc6ac5f8318e4444e"/>
    <p:sldId xmlns:r="http://schemas.openxmlformats.org/officeDocument/2006/relationships" id="264" r:id="R8c1f3430b99942f4"/>
    <p:sldId xmlns:r="http://schemas.openxmlformats.org/officeDocument/2006/relationships" id="265" r:id="R24c6fab89d2240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e94df815f4fb4" /><Relationship Type="http://schemas.openxmlformats.org/officeDocument/2006/relationships/slideMaster" Target="/ppt/slideMasters/slideMaster1.xml" Id="R08c2475639324235" /><Relationship Type="http://schemas.openxmlformats.org/officeDocument/2006/relationships/notesMaster" Target="/ppt/notesMasters/notesMaster1.xml" Id="Rb7c1cdd150c34e95" /><Relationship Type="http://schemas.openxmlformats.org/officeDocument/2006/relationships/presProps" Target="/ppt/presProps.xml" Id="R4c8ced3c08354b20" /><Relationship Type="http://schemas.openxmlformats.org/officeDocument/2006/relationships/viewProps" Target="/ppt/viewProps.xml" Id="Rcbf81dfbdbc047b2" /><Relationship Type="http://schemas.openxmlformats.org/officeDocument/2006/relationships/tableStyles" Target="/ppt/tableStyles.xml" Id="Rfc7c4292e1d24fe9" /><Relationship Type="http://schemas.openxmlformats.org/officeDocument/2006/relationships/slide" Target="/ppt/slides/slide1.xml" Id="Red3bdc4e71c44724" /><Relationship Type="http://schemas.openxmlformats.org/officeDocument/2006/relationships/slide" Target="/ppt/slides/slide2.xml" Id="R8a84830df8b24939" /><Relationship Type="http://schemas.openxmlformats.org/officeDocument/2006/relationships/slide" Target="/ppt/slides/slide3.xml" Id="Re36393e536e1466a" /><Relationship Type="http://schemas.openxmlformats.org/officeDocument/2006/relationships/slide" Target="/ppt/slides/slide4.xml" Id="R23b7db0e703546dc" /><Relationship Type="http://schemas.openxmlformats.org/officeDocument/2006/relationships/slide" Target="/ppt/slides/slide5.xml" Id="Rfb5834a94abf406a" /><Relationship Type="http://schemas.openxmlformats.org/officeDocument/2006/relationships/slide" Target="/ppt/slides/slide6.xml" Id="Re7ab4c4ca6234bcd" /><Relationship Type="http://schemas.openxmlformats.org/officeDocument/2006/relationships/slide" Target="/ppt/slides/slide7.xml" Id="R122e1366c19940e1" /><Relationship Type="http://schemas.openxmlformats.org/officeDocument/2006/relationships/slide" Target="/ppt/slides/slide8.xml" Id="Rc6ac5f8318e4444e" /><Relationship Type="http://schemas.openxmlformats.org/officeDocument/2006/relationships/slide" Target="/ppt/slides/slide9.xml" Id="R8c1f3430b99942f4" /><Relationship Type="http://schemas.openxmlformats.org/officeDocument/2006/relationships/slide" Target="/ppt/slides/slide10.xml" Id="R24c6fab89d22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4de4e3e0346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6c8184bf9b49c0" /><Relationship Type="http://schemas.openxmlformats.org/officeDocument/2006/relationships/notesMaster" Target="/ppt/notesMasters/notesMaster1.xml" Id="Rfe401257c4aa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02f473b5e4320" /><Relationship Type="http://schemas.openxmlformats.org/officeDocument/2006/relationships/notesMaster" Target="/ppt/notesMasters/notesMaster1.xml" Id="Rb977e150702f42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7f54070db441a" /><Relationship Type="http://schemas.openxmlformats.org/officeDocument/2006/relationships/notesMaster" Target="/ppt/notesMasters/notesMaster1.xml" Id="R2fba439d5d2f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ff40b72eb42db" /><Relationship Type="http://schemas.openxmlformats.org/officeDocument/2006/relationships/notesMaster" Target="/ppt/notesMasters/notesMaster1.xml" Id="Ree1b62d00e7b43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611cd7fea54e83" /><Relationship Type="http://schemas.openxmlformats.org/officeDocument/2006/relationships/notesMaster" Target="/ppt/notesMasters/notesMaster1.xml" Id="Rd8b8b169e65a4c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7e7c2938e47e8" /><Relationship Type="http://schemas.openxmlformats.org/officeDocument/2006/relationships/notesMaster" Target="/ppt/notesMasters/notesMaster1.xml" Id="Rbd52fed152994b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b379199c2047ef" /><Relationship Type="http://schemas.openxmlformats.org/officeDocument/2006/relationships/notesMaster" Target="/ppt/notesMasters/notesMaster1.xml" Id="R3c27978cc468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075bcf9f0d4ad8" /><Relationship Type="http://schemas.openxmlformats.org/officeDocument/2006/relationships/notesMaster" Target="/ppt/notesMasters/notesMaster1.xml" Id="R7be1a04c4dc9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011ed8b6c74549" /><Relationship Type="http://schemas.openxmlformats.org/officeDocument/2006/relationships/notesMaster" Target="/ppt/notesMasters/notesMaster1.xml" Id="Ra97c20dcf0eb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2781f35b594393" /><Relationship Type="http://schemas.openxmlformats.org/officeDocument/2006/relationships/notesMaster" Target="/ppt/notesMasters/notesMaster1.xml" Id="Rab122b0c454b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1ca6d591841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5a93a9d064f36" /><Relationship Type="http://schemas.openxmlformats.org/officeDocument/2006/relationships/slideLayout" Target="/ppt/slideLayouts/slideLayout1.xml" Id="Rdb62ac7fca3e46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2ac7fca3e46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0ea21d49d475c" /><Relationship Type="http://schemas.openxmlformats.org/officeDocument/2006/relationships/notesSlide" Target="/ppt/notesSlides/notesSlide1.xml" Id="R4872219aec68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b0af5dfc44278" /><Relationship Type="http://schemas.openxmlformats.org/officeDocument/2006/relationships/notesSlide" Target="/ppt/notesSlides/notesSlide2.xml" Id="Rc8c6ab780aaf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43a8a689a4994" /><Relationship Type="http://schemas.openxmlformats.org/officeDocument/2006/relationships/notesSlide" Target="/ppt/notesSlides/notesSlide3.xml" Id="R7abbbcbc080f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6329142147fa" /><Relationship Type="http://schemas.openxmlformats.org/officeDocument/2006/relationships/notesSlide" Target="/ppt/notesSlides/notesSlide4.xml" Id="R54054eb5b2a949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09bf8ab684027" /><Relationship Type="http://schemas.openxmlformats.org/officeDocument/2006/relationships/notesSlide" Target="/ppt/notesSlides/notesSlide5.xml" Id="R94deb6086fe6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d3f661d0047dc" /><Relationship Type="http://schemas.openxmlformats.org/officeDocument/2006/relationships/notesSlide" Target="/ppt/notesSlides/notesSlide6.xml" Id="R0e33691d2b6a47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d0238f1ec4cf1" /><Relationship Type="http://schemas.openxmlformats.org/officeDocument/2006/relationships/notesSlide" Target="/ppt/notesSlides/notesSlide7.xml" Id="R890fa846bdad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fbd5b64b2489e" /><Relationship Type="http://schemas.openxmlformats.org/officeDocument/2006/relationships/notesSlide" Target="/ppt/notesSlides/notesSlide8.xml" Id="Re0aac83cc0014f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c9f60eebb4d16" /><Relationship Type="http://schemas.openxmlformats.org/officeDocument/2006/relationships/notesSlide" Target="/ppt/notesSlides/notesSlide9.xml" Id="R3389671180bf4e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c9b6759a5452e" /><Relationship Type="http://schemas.openxmlformats.org/officeDocument/2006/relationships/notesSlide" Target="/ppt/notesSlides/notesSlide10.xml" Id="Rd9f7a127efbb41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E2281-903E-4AFA-BFE0-A826F88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0AFCD-1496-4CD2-BE38-297EF668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RÉDEAS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79E8A-9A34-4AA4-917E-39FA07F8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Gestão financeira rural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 começa com uma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012C-D670-4CFD-AE13-6EDBA47F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581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3D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E3DD"/>
                </a:solidFill>
                <a:latin typeface="Aptos"/>
                <a:ea typeface="Aptos"/>
                <a:cs typeface="Aptos"/>
              </a:rPr>
              <a:t>Um agente multicanal que transforma mensagens em lançamentos, contexto de safra e decisões financeiras.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E326B-A699-4BA4-973B-C61CED9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AGENTE FINANCEIRO AGRÍCOLA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CD079-8FBD-4AA9-9276-090439A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0125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58BE-21BC-4F0D-A505-C0C0A48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620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88F8E-FF54-4841-BE28-001AB0A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954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B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2B9"/>
                </a:solidFill>
                <a:latin typeface="Aptos"/>
                <a:ea typeface="Aptos"/>
                <a:cs typeface="Aptos"/>
              </a:rPr>
              <a:t>WhatsApp • Web • ERP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D8CDE-218D-4653-9F20-F76D5A41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38112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20925-2589-451F-BDD0-0E4257D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7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2DCF3-AD5E-4076-B397-3DE8359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71486-7215-4FC2-9080-A6B29E2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Entendimento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ACEC7-CB4B-4C61-A61E-7883B098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574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B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2B9"/>
                </a:solidFill>
                <a:latin typeface="Aptos"/>
                <a:ea typeface="Aptos"/>
                <a:cs typeface="Aptos"/>
              </a:rPr>
              <a:t>Identidade • contexto • intenção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659D1-6752-46E3-94FF-6C46207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4317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31C5C-3982-4EC8-A163-6443889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B5818-9A74-4086-AC9F-EEC833B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612B-5C6B-4F9B-B09F-478BA7EB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861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08D6E-714B-4304-98A5-043D0F3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195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B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2B9"/>
                </a:solidFill>
                <a:latin typeface="Aptos"/>
                <a:ea typeface="Aptos"/>
                <a:cs typeface="Aptos"/>
              </a:rPr>
              <a:t>Use cases • regras financeiras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1D17A-7284-4C99-979F-A331B185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05225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58E18-CE01-444C-B10D-8DA4BB8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00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E8268-169F-4389-9823-A8ABC8C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428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D1E98-792A-4F40-9C36-FFB8ADB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481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8518F-2D07-4D98-93E5-86A64C2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815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B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FC2B9"/>
                </a:solidFill>
                <a:latin typeface="Aptos"/>
                <a:ea typeface="Aptos"/>
                <a:cs typeface="Aptos"/>
              </a:rPr>
              <a:t>Resposta • alerta • histórico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F9505-2A78-4145-ADC9-5E5F7047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62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17438-E046-48A8-96ED-68E8C2F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1B0D2-95FD-4C8B-884A-35EC6A88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BB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BBB2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38B53-63DA-4381-B246-78518A3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61518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D0D31-D1C5-4441-A1C1-61BC6FC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4420A6-EE38-456F-BDEF-38FA3439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O PROBLEMA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0B765D-1B30-4E15-980A-15823D62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298B5-0B06-4A34-A612-BCFD4C1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O produtor tem dados — mas não um sistema de decisão no momento do gasto.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199EE-007D-4B40-A83A-6158A439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4DAEC-AC1D-4CC2-A5BC-7140ED50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anotações e comprovantes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8EC8C-58C2-47C4-878D-8AF0967D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952C0-2B69-44F9-8249-E37827E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Caderno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0A5B8-923D-4C59-BD9E-4872B81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146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informação sem consolidação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98952-5DAC-4A6F-A525-CFC694F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7A90E-0C4A-4923-8A30-A4AC6E7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Planilha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08F89-0D0E-4DAE-B1E1-6D71911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957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atualização tardia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2FCD1-2DB5-4DB7-A7CF-84DEC33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C382F-0C27-416B-95BE-7882ACD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Banco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1291C-1A65-425B-A237-D6CDB0C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767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extrato sem contexto agrícola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5C7F-5C4E-47F2-B87A-79A8A9D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65620-192A-4C05-A40C-C38C3DD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641CF-2A66-4864-82DC-00EB0AC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LACUNA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22EA6-16DC-4B5E-ABBF-1BE2A5C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“Quanto já gastei em sementes nesta safra?”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AB503-A3A1-49D3-AEB1-53B809CF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8D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9D8D1"/>
                </a:solidFill>
                <a:latin typeface="Aptos"/>
                <a:ea typeface="Aptos"/>
                <a:cs typeface="Aptos"/>
              </a:rPr>
              <a:t>A resposta costuma exigir procura, conferência e interpretação manual.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CA44B-F92D-4577-8488-0E66A8EB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F1B85-2381-41D5-83A9-E4015EDE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1F057-F707-4A0D-89E4-39E5ECDE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03308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BA4D8-AAF3-4A0B-94E4-59E96DCB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69E1AE-A799-4298-AECC-C6869510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A EXPERIÊNCIA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9F1957-448F-4A83-974B-0AC70D7E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F6631-3AFB-48DC-B39A-390D7578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Uma mensagem vira registro, contexto e resposta útil.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2EBF-47B2-4040-BB3A-22984382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28600" tIns="171450" rIns="228600" bIns="1714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“Gastei R$ 500 em manutenção da colheitadeira.”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9313E-A171-4AD5-A0A4-38354A6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9F976-D2D4-4CBA-B375-7A572A3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IDENTIFICA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E3B9C-6654-48C9-BC14-D3765AAD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usuário e fazenda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56F26-0F76-4D07-907F-EC1F846F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9F1F1-4306-4173-B3B1-44B246C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6871E-A2BC-4246-BD8E-833318B1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955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INTERPRETA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A646F-2646-45A5-B40E-F7AE2553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193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valor, categoria 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24D5D-4FBD-418E-8F95-0B1244B8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670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00A9F-B64A-495E-974A-2E4C075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BC78A-3A0F-4795-8B0C-45EA895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718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APLICA REGRAS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C93FF-287C-49AD-8731-61ECACE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95725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limite e orçamento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82487-E234-4BE2-8DA9-B32B318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4342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170F3-6BA5-44E5-8415-CE4FF0ED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71875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E9624-0C67-476F-9E9A-9CED6BD8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RESPONDE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6A806-BE58-4DF5-8E25-EEB2059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95725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registro e alerta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AE909-4330-4B27-A0A4-C3EC88AB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43425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04A81-A484-4F94-9A6A-E2C60501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476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CD80F-A47E-4BD9-AA1D-F483FE2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Saída registrada: R$ 500,00.</a:t>
            </a:r>
          </a:p>
          <a:p xmlns:a="http://schemas.openxmlformats.org/drawingml/2006/main">
            <a:pPr algn="l">
              <a:defRPr sz="15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Categoria: Manutenção.</a:t>
            </a:r>
          </a:p>
          <a:p xmlns:a="http://schemas.openxmlformats.org/drawingml/2006/main">
            <a:pPr algn="l">
              <a:defRPr sz="15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Consumo do orçamento atualizado.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40533-5D41-425C-A12C-E5C567F9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88784-3081-4B82-BA57-6EBC6623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0F983-6E8C-41D3-9B30-75B6087B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4535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36419-6AB1-4524-8CDE-D65214A1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EBF9C9-E8D0-4226-95D7-0145DA61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282636-D2EF-469C-8FD4-6EBAD86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C826E-E576-4A22-B8E2-22F53A4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Todo canal entra pelo mesmo núcleo — sem duplicar regras de negócio.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D3C2E-5EEF-488D-987C-E43B148B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32603-E20F-4D56-9E86-CBCC0B0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CANAIS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207EA-4275-49A8-9FA1-7EC0BCD1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05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C601B-4CE6-4628-9003-40C0744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050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687BE-63B7-4ED6-AC12-065272AB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305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5E156-0C2C-4F58-AD57-3EADF9D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3050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4121C-F885-44BF-9A3C-FE63D07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875" y="2305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4E51E-3340-4A69-AD2B-812D642E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075" y="23050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D685A-8030-4DD0-838A-EEE9B85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5AC5-2B58-48FC-B64C-73715F3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ERP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122F3-B34B-4867-934D-3FB191A4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8D4BC-FBB2-48A2-BBF9-27A1E1D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ORQUESTRAÇÃO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401C0-65C1-4895-96BB-E69D6BE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90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BF635-F7C4-402E-9E6F-F83A524D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9090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API de mensagens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2E13B-8817-48E3-9A55-F1E1062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3390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03D1A-FA6A-4E9E-8021-6657FC19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339090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Processor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D6B91-2551-4EEC-9AEF-2E2EFC67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CD1E1-1790-4A9A-AC66-E3CBD574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C7561-13F5-483C-BCCC-C242562F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72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8C736-C9B7-49AC-A4AE-9B5E0DE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DOMÍNIO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85453-3486-4858-B1D3-C069A8C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E9AD9-9B39-4FE5-B695-C5F9786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67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Agente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D1617-0F8B-45B5-ADDB-167A9128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4767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E1854-DEB6-4103-B357-5CB54A5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44767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C8ED6-063D-4DAC-86F3-07E360EE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875" y="44767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052D6-116F-4FF7-8151-90F5DBD5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075" y="44767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Regras financeiras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79B7D-D778-447C-86BD-659C131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1580F-6965-4D9B-83C5-0C83429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1514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4D9A7-C7FB-4E9A-8C6D-73F7228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2417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8B3A1F-1219-400F-B79B-40B9F006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00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D5DEC0-504C-46F2-81C9-1A91C9BD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Uma regra implementada uma vez passa a servir todos os canais.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C16D5-0E90-4F7F-9E33-2C8FBEE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9F8C3D-A574-472D-AC73-9BD7F81B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1ADE87-32F5-4D31-ADFD-1910D4B9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8011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B1848-7988-4198-B322-30D406F7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74F47A-C66D-482F-AC10-6C884366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VALOR DE MERCADO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93DBEE-D623-4F25-B419-7CAFC13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91288-373C-401F-A072-3B825FA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O mesmo núcleo gera valor para quem produz, orienta e integra.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9BF24-A7BF-4AE4-92EC-E54FFA54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81A34-A1C8-4229-91A1-62DDEF9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098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PRODUTOR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B1AB6-7412-4266-81C4-B2FBCF83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Controle no fluxo de trabalho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B076C-1117-4DC9-843B-D18AA902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718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F0588-A69D-473F-BA6A-4A44156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E5490-0CCA-4DED-9639-989E92B3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57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Menos retrabalho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28768-4AC6-4A47-9E77-000A147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C20D4-2910-49D0-89B1-935F8760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67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Visão planejado × realizado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F0DC0-3DB8-493A-A670-41FFE43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63D42-55E2-410E-94B9-62069C4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6767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Alertas antes do estouro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79255-D0BB-4E18-8FB4-5584FA71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4"/>
          </a:solidFill>
          <a:ln xmlns:a="http://schemas.openxmlformats.org/drawingml/2006/main" w="9525">
            <a:solidFill>
              <a:srgbClr val="102C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C2A8C-55A1-4106-B1EF-E553265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CONSULTORIA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3B17A-F283-4FDB-AD13-BFD2B647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98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Mais escala com contexto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6E487-D033-479F-8DB0-9AB3C3B1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718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6EAA5-FA72-4DE5-86FF-FCA87905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76524-17BA-4994-A394-7BE8FEDD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57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E1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5E1DC"/>
                </a:solidFill>
                <a:latin typeface="Aptos"/>
                <a:ea typeface="Aptos"/>
                <a:cs typeface="Aptos"/>
              </a:rPr>
              <a:t>Carteira acompanhada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E9A27-38CD-4EFF-A9E4-83F2775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D42B2-D8F4-497F-A1A4-6EF89EE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67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E1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5E1DC"/>
                </a:solidFill>
                <a:latin typeface="Aptos"/>
                <a:ea typeface="Aptos"/>
                <a:cs typeface="Aptos"/>
              </a:rPr>
              <a:t>Dados padronizados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F6BC4-304A-40A1-B062-ED85E85B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0AC00-BA5A-4582-B6BC-80B4883A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767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E1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5E1DC"/>
                </a:solidFill>
                <a:latin typeface="Aptos"/>
                <a:ea typeface="Aptos"/>
                <a:cs typeface="Aptos"/>
              </a:rPr>
              <a:t>Decisão baseada em histórico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59C9E-6352-4D12-972E-19A95A8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43125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9FA4C-F311-48AB-90A3-BACFA4D5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098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ECOSSISTEMA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BF73E-EE2A-4A65-8117-ABBA1A5E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098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Integração por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0899F-4CCE-47F0-ADD5-025C374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718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3E175-7B4B-4D1A-BD65-C7FF675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655A3-5094-4581-860F-C155E50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57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ERPs e cooperativas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9A1DC-FF7E-4B87-8E7E-95EA1A7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301B57-71D7-4655-82E1-D7C7DE4D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67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Canais digitais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38608-0CF6-4507-9B1D-EF5BFA8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65AFA-DDF6-4C2B-BF43-2E39EB2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767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Serviços financeiros futuros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898761-5C21-49E0-B591-8DB2D366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3B9778-05DA-4990-ABE0-BB0A4BE0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A6E3C-5928-4876-8F1A-2D21877D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40459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728C4-CFFF-4CEB-9BD4-0622DF71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4F4480-4EC5-493D-A196-02D9087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DIFERENCIAL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7B0DDBA-B2D5-4A00-A327-9762AE47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13DBC-EEF5-45EB-B005-CC253AB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A vantagem não é o chat. É o contexto agrícola convertido em regra operacional.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E7706-0503-40E3-94EB-16C61D5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5C36-6088-4234-AC2C-3B3D80A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71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CONVERSA NATURAL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8E0A7-1DC1-4339-8132-4B6A92F4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581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entrada simples no canal que o usuário já utiliza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B441E-53F7-4410-825D-F2B9617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86075"/>
            <a:ext cx="752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18148-D0A6-4624-93A4-40CF988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09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CONTEXTO DE SAFRA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8DD32-9F14-4248-BD0E-010591A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4476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fazenda, cultura, categoria, período e planejamento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C8BA4-6A25-411E-9DA3-55D47D4F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619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A1277-EBCE-45EA-A350-DE23B7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481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REGRAS FINANCEIRAS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FB8B0-745A-485D-B570-9442218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limites, orçamento, alertas e idempotência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27820-0DF9-4D5E-850B-E0FA45F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62475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CC673-B611-4B72-9EFA-C69B41D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6863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HISTÓRICO E INTEGRAÇÃO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4ECE5-F213-4212-ACF6-1A5FDD4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180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dados estruturados para decisão e novos serviços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B6958-4FF2-4375-8EBE-7BC5E7C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97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Quanto mais uso, mais contexto estruturado — e maior o custo de substituição.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BA8C2-67EC-4027-88E1-2C11787E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DB59A-F963-4EDC-AA3F-9EFB831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6FBE2-9164-44C2-B4B3-46B5C60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57822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CDD2F-259E-4A42-82E3-64C517E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53425D-0101-442D-94B5-37DCDD0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MODELO DE NEGÓCIO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178E09-542D-418F-9E2F-8C8BA0B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A4BA9-D287-46B5-816E-A4E4BC24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A assinatura inicia a relação; dados e integrações ampliam a receita.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D51B1-9436-4122-8321-BCB49C1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524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AE499-2346-4714-AB98-B7C6787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291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59E4C-4C56-4405-B775-5F9BC8F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52975"/>
            <a:ext cx="2105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Plano individual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FC9C7-7F72-4EFA-98E9-23A93CC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25241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6BD8B-E7CB-42BA-983C-6595793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C1DAA-38C0-4045-83DC-3952048D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90975"/>
            <a:ext cx="2105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Fazenda Pro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920A1-F358-40AD-8B1A-2C21240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95825"/>
            <a:ext cx="2105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planejamento, relatórios e automações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25D14-4BE5-4ED4-BDCA-14985CA1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25241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8DE7-B9B4-4667-8991-A95C5FA4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051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AE471-A4F7-431C-94B0-42DF0575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2105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Equipe &amp; consultoria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2DE1F-E9AB-431F-A33A-9DD0CA2A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33825"/>
            <a:ext cx="2105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gestão multiusuário e multifazenda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097A6-6F91-4900-BB92-4D0451D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524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71104-AAAE-4033-8E81-EE92B8C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4312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D30D6-EC56-4C04-8FAD-02C8E69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66975"/>
            <a:ext cx="2105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&amp; parceiros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ABF28-7CF1-4FB7-84E6-27424B8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71825"/>
            <a:ext cx="2105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2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6E2DC"/>
                </a:solidFill>
                <a:latin typeface="Aptos"/>
                <a:ea typeface="Aptos"/>
                <a:cs typeface="Aptos"/>
              </a:rPr>
              <a:t>ERP, cooperativa e serviços integrados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B98BD-93F5-4B71-8092-6DC6BCE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Estratégia de entrada: provar valor com produtores e pilotos regionais antes de expandir canais.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1C9D6-6771-450E-BB51-5A52E524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6720B-792C-43BF-9C0B-8B4F3BD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2D488-21D9-4F1F-A191-64CA551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288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B3496-C682-47F6-87CB-90695EA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ABE7ACD-3ACE-4DC6-8694-3AE918C4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ESTÁGIO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0F5B5B-623B-4DA8-8CDC-149AF601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77144-6A08-49A5-9427-8F2B121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A fundação do MVP existe; o próximo ciclo transforma tecnologia em produto validado.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E4B43-F1F2-43CC-8EA5-1D0F5821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JÁ CONSTRUÍDO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405B0-45A3-4D57-A4BA-1AAD622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EC246-13C4-49B4-B1FE-A60D574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API Fastify +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531FC-7046-4DFC-A697-84C499E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C95FC-0363-40CE-A38F-67F473D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Processador central multicanal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2BA11-008B-4D1F-8998-E7FD27FC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29EA5-C6DC-45C8-A62D-8B9F595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WhatsApp via WAHA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8D64C-84B0-4309-A3BC-558728A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8F850-A073-4119-A375-D92D2F4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Regras de lançamentos e orçamento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776CD-A77E-47E6-9516-19DC14A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58036-64FC-4BB6-A77D-C730C2A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Persistência no Supabase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0ECE9-2F86-409E-99A9-3A03AE4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32ACA-FCB9-4D73-8421-F1DE1B70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28575" rIns="76200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PRÓXIMO CICLO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C3E99-62E7-4940-8597-2577A70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79447-1C16-4CB9-9B8E-21F731E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76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BB10F-8311-4D98-BC0D-3854152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765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entrevistas e pilotos com produtores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AAB3-6826-4571-BDE1-0E2EA3AE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B3798-E69B-4B94-A1E9-D2CDBDDC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432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COMPLETAR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99169-C291-4664-A289-86618EC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consultas financeiras e mídias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E6FD7-DF34-4850-9760-39F6F7E1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CD3DD-9897-4BB7-B3DF-FD3C33DB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ENDURECER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34D29-8B6E-44EA-B2EA-73680748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00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segurança, auditoria e observabilidade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9B401-A52B-4290-AA6F-648B4358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8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83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91DD8-BAE5-4A3F-B5A5-F6F3B4D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767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MEDIR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C4BC0-4B47-4ACD-A8E3-43E19D50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7677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D"/>
                </a:solidFill>
                <a:latin typeface="Aptos"/>
                <a:ea typeface="Aptos"/>
                <a:cs typeface="Aptos"/>
              </a:rPr>
              <a:t>ativação, frequência e retenção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F85A0-6CF1-466F-9C3F-DFA2CDA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B20E5-A371-4954-AA43-8C52E078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82642-B916-4FDC-85BB-EDAFF5C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601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2A094-F308-4587-AF5F-31709F4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DEE436-2D13-43A6-B5B7-2CCE6A1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USO DO RECURSO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48E7CC-AEB5-4ECD-BDFC-6DDF641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693D6-E484-4E2C-9BEE-14D9996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47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R$ 90 mil reduzem os riscos técnicos e comerciais que impedem o primeiro mercado.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2BC50-FBD6-4202-A396-5020B18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B24B9-9437-4D6A-BD83-AF46B9E7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621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Produto, segurança e produção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2AC11-B9EB-4BE1-A9C6-60225680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90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961A3-DAC7-4342-A76C-D3FDEB6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907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B011E-C5CA-46E5-9E6D-B0B97EE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50A5C-A19E-4AE5-A7EF-2BB96A3F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670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IA, áudio e documentos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5AB0B-5983-4435-8E77-84134044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956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FB602-BB7F-4BEF-A703-E873D77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95600"/>
            <a:ext cx="1190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CBBF9-5657-4729-8326-9DF0A5F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04A32-C216-446D-B9AF-CCB9704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Pilotos e descoberta de clientes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A69B3-3F1B-42A9-8B28-298C4F8D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004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9FE46-7FD8-4C4F-8E89-2AA45BD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004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04999-4CF8-491F-A0DA-DF9037F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C66E4-278D-4759-8B12-4241797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Infraestrutura e observabilidade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D65B0-A82E-475D-8724-433F441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053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186DC-DCC0-4F45-AACE-A59008D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053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B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21DC4-3E30-4F88-AFC0-2A182EE8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71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C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C24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D3407-6208-4313-B66F-52C56ED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815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Jurídico, marca e propriedade intelectual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4DC40-93E4-435D-AE1A-5BD3AFA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101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13868-F4ED-4DD7-9880-72E4C4D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10150"/>
            <a:ext cx="238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B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D07BA-29C8-4878-AF2F-886B431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976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25CA1-762C-4840-9237-F94553DB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1500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Critério de sucesso: produto seguro + pilotos ativos + evidência de uso recorrente.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33553-35F0-40A3-B5EE-A479B8D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316AD-031F-4F5A-A19B-A80ACB9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4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7746D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A8BD3-D572-444B-867C-08F69B0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E6B5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6B5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59965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FBDDF-9EA4-4392-B218-3FBB9C70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D7EEF6-C2FB-47AC-B391-F3630DE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A OPORTUNIDADE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F194E7-2C95-4ED7-B46F-EE6FC120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87447-2B26-4464-8503-73FCD09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04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 12 meses, provar que conversar pode ser a nova interface da gestão rural.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079C1-685D-4724-B146-A171FF67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5DD8-51E4-4453-B82E-6C85003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6B6B6-C8BD-4890-9D70-5E955532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0–3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7A737-65C6-49C7-AC34-561223C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0FC5-E1F7-4E86-A627-E0E6DF4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6D5CF"/>
                </a:solidFill>
                <a:latin typeface="Aptos"/>
                <a:ea typeface="Aptos"/>
                <a:cs typeface="Aptos"/>
              </a:rPr>
              <a:t>produção segura e jornada completa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53B57-D7C5-4CA8-94F7-F249043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EFDA1-0759-4328-A773-2D63618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4–6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C1309-FF9F-48D0-B6BE-2382046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993E6-C880-4354-89D2-861B90D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2912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6D5CF"/>
                </a:solidFill>
                <a:latin typeface="Aptos"/>
                <a:ea typeface="Aptos"/>
                <a:cs typeface="Aptos"/>
              </a:rPr>
              <a:t>uso acompanhado com produtores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98B7A-B6A4-422A-9392-D6B7DB3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C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E6B98-F618-43CB-A17C-3CF3DC2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14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7–9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53612-709A-4375-BE7E-C541E247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95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2B31F-7123-430F-9437-A55476DF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42912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6D5CF"/>
                </a:solidFill>
                <a:latin typeface="Aptos"/>
                <a:ea typeface="Aptos"/>
                <a:cs typeface="Aptos"/>
              </a:rPr>
              <a:t>ativação, recorrência e valor percebido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E8669-E2E5-49D7-B763-1604CF7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219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71D83-A7B6-474D-864F-2603F656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147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10–12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01B70-B031-4E82-9FA4-DE6B666F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95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97D19-47DB-4393-87A5-2CC9C04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2912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6D5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6D5CF"/>
                </a:solidFill>
                <a:latin typeface="Aptos"/>
                <a:ea typeface="Aptos"/>
                <a:cs typeface="Aptos"/>
              </a:rPr>
              <a:t>oferta comercial e parceiros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052AC-3D53-464A-9333-08C0063C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209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RÉDEAS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6EE6B-7B84-4FB9-A8C1-AD8DC20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704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Controle financeiro agrícola no ritmo de quem produz.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B2814-CC11-4EFA-8121-25DB435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04650-28CD-4F19-B71E-77846610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7BBB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7BBB2"/>
                </a:solidFill>
                <a:latin typeface="Aptos"/>
                <a:ea typeface="Aptos"/>
                <a:cs typeface="Aptos"/>
              </a:rPr>
              <a:t>PITCH CENTELHA •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0A6B2-4227-4372-97A9-AB70F4A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6C9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9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919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2026-06-18T20:45:22.2380000Z</dcterms:created>
  <dcterms:modified xsi:type="dcterms:W3CDTF">2026-06-18T20:45:22.2380000Z</dcterms:modified>
</coreProperties>
</file>